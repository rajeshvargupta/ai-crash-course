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eed9c1f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eed9c1f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eed9c1f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eed9c1f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eed9c1f7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eed9c1f7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eed9c1f7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eed9c1f7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eed9c1f7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eed9c1f7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eed9c1f7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eed9c1f7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eed9c1f7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0eed9c1f7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eed9c1f7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eed9c1f7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0eed9c1f7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0eed9c1f7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9bbe6fe2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9bbe6fe2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20457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tensorflow.org/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www.tensorflow.org/api_docs/python/tf/all_symbol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ytorch.org/tutorials/beginner/basics/intro.html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06651" y="171300"/>
            <a:ext cx="7932900" cy="9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450" y="1394400"/>
            <a:ext cx="5899702" cy="361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525"/>
            <a:ext cx="9144003" cy="50899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60600" y="235550"/>
            <a:ext cx="220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History of DL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069048" cy="50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3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Basic Terminology: </a:t>
            </a:r>
            <a:r>
              <a:rPr lang="en" sz="1320" u="sng">
                <a:solidFill>
                  <a:schemeClr val="hlink"/>
                </a:solidFill>
                <a:hlinkClick r:id="rId3"/>
              </a:rPr>
              <a:t>Neural network playground</a:t>
            </a:r>
            <a:endParaRPr sz="7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065025"/>
            <a:ext cx="85206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Neural Network (NN): </a:t>
            </a:r>
            <a:r>
              <a:rPr lang="en" sz="1200"/>
              <a:t>A neural network is a series of algorithms that mimic the way the human brain operates to recognize relationships in data. It’s composed of layers of interconnected nodes or "neurons."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Neuron (Node): </a:t>
            </a:r>
            <a:r>
              <a:rPr lang="en" sz="1200"/>
              <a:t>A neuron is a basic processing unit in a neural network. It receives input, applies a mathematical operation (typically a weighted sum), and passes an output to the next layer of neurons.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Layers: 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Input Layer</a:t>
            </a:r>
            <a:r>
              <a:rPr lang="en" sz="1100">
                <a:solidFill>
                  <a:schemeClr val="dk1"/>
                </a:solidFill>
              </a:rPr>
              <a:t>: The layer that receives the initial data for processing.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Hidden Layers</a:t>
            </a:r>
            <a:r>
              <a:rPr lang="en" sz="1100">
                <a:solidFill>
                  <a:schemeClr val="dk1"/>
                </a:solidFill>
              </a:rPr>
              <a:t>: Layers between the input and output layers that perform computations, transforming the data to allow for complex pattern recognition.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Output Layer</a:t>
            </a:r>
            <a:r>
              <a:rPr lang="en" sz="1100">
                <a:solidFill>
                  <a:schemeClr val="dk1"/>
                </a:solidFill>
              </a:rPr>
              <a:t>: The final layer that provides the prediction or classification.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Weights</a:t>
            </a:r>
            <a:r>
              <a:rPr lang="en" sz="1100">
                <a:solidFill>
                  <a:schemeClr val="dk1"/>
                </a:solidFill>
              </a:rPr>
              <a:t>: The parameters within the network that adjust during training to minimize error. They determine the influence of one neuron’s output on the next neuron.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Bias</a:t>
            </a:r>
            <a:r>
              <a:rPr lang="en" sz="1100">
                <a:solidFill>
                  <a:schemeClr val="dk1"/>
                </a:solidFill>
              </a:rPr>
              <a:t>: An additional parameter that adjusts the output along with weights, helping to shift the activation function and improve model accuracy.</a:t>
            </a:r>
            <a:endParaRPr b="1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440400"/>
            <a:ext cx="8520600" cy="41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Activation Function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 activation function is a mathematical function applied to each neuron’s output to introduce non-linearity. Common activation functions include: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ReLU</a:t>
            </a:r>
            <a:r>
              <a:rPr lang="en" sz="1100">
                <a:solidFill>
                  <a:schemeClr val="dk1"/>
                </a:solidFill>
              </a:rPr>
              <a:t> (Rectified Linear Unit): Sets all negative values to zero.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Sigmoid</a:t>
            </a:r>
            <a:r>
              <a:rPr lang="en" sz="1100">
                <a:solidFill>
                  <a:schemeClr val="dk1"/>
                </a:solidFill>
              </a:rPr>
              <a:t>: Maps values between 0 and 1, useful for binary classification.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Tanh</a:t>
            </a:r>
            <a:r>
              <a:rPr lang="en" sz="1100">
                <a:solidFill>
                  <a:schemeClr val="dk1"/>
                </a:solidFill>
              </a:rPr>
              <a:t>: Maps values between -1 and 1, helping to normalize input.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Forward Propagation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process of passing input data through the network (from input to output layer) to make a prediction.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Loss Function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function that measures how far off the network’s predictions are from the actual values. The network learns by trying to minimize this loss. Common loss functions include: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Mean Squared Error (MSE)</a:t>
            </a:r>
            <a:r>
              <a:rPr lang="en" sz="1100">
                <a:solidFill>
                  <a:schemeClr val="dk1"/>
                </a:solidFill>
              </a:rPr>
              <a:t>: For regression problems.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Cross-Entropy Loss</a:t>
            </a:r>
            <a:r>
              <a:rPr lang="en" sz="1100">
                <a:solidFill>
                  <a:schemeClr val="dk1"/>
                </a:solidFill>
              </a:rPr>
              <a:t>: For classification problems.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40400"/>
            <a:ext cx="8520600" cy="41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Backpropagation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process of adjusting weights by moving backward through the network, using the loss value to correct errors. It helps in minimizing the loss function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Take notes from me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Gradient Descent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 optimization algorithm used to minimize the loss function by iteratively adjusting the weights in the direction that reduces error. Variants include </a:t>
            </a:r>
            <a:r>
              <a:rPr b="1" lang="en" sz="1100">
                <a:solidFill>
                  <a:schemeClr val="dk1"/>
                </a:solidFill>
              </a:rPr>
              <a:t>Stochastic Gradient Descent (SGD)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Adam Optimizer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Epoch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One complete pass through the entire training dataset. Typically, a neural network requires multiple epochs to optimize its parameters fully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Batch Size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number of samples processed before updating the model’s internal parameters. Using batches helps in memory management and can speed up training through mini-batches.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440400"/>
            <a:ext cx="8520600" cy="41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Learning Rate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hyperparameter that determines the step size at each iteration while moving toward a minimum of the loss function. Choosing an appropriate learning rate is critical; too high may lead to divergence, and too low may slow down 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Regularization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Techniques used to reduce overfitting, such as </a:t>
            </a:r>
            <a:r>
              <a:rPr b="1" lang="en" sz="1100">
                <a:solidFill>
                  <a:schemeClr val="dk1"/>
                </a:solidFill>
              </a:rPr>
              <a:t>L1/L2 regularization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dropout</a:t>
            </a:r>
            <a:r>
              <a:rPr lang="en" sz="1100">
                <a:solidFill>
                  <a:schemeClr val="dk1"/>
                </a:solidFill>
              </a:rPr>
              <a:t> (randomly setting neurons to zero during training), and </a:t>
            </a:r>
            <a:r>
              <a:rPr b="1" lang="en" sz="1100">
                <a:solidFill>
                  <a:schemeClr val="dk1"/>
                </a:solidFill>
              </a:rPr>
              <a:t>batch normalization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270150" y="229000"/>
            <a:ext cx="8520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65131"/>
              <a:buNone/>
            </a:pPr>
            <a:r>
              <a:rPr lang="en" sz="1520"/>
              <a:t>Famous DL Frameworks</a:t>
            </a:r>
            <a:endParaRPr sz="1520"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270150" y="506875"/>
            <a:ext cx="8520600" cy="3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 sz="1200"/>
              <a:t>TensorFlow</a:t>
            </a:r>
            <a:r>
              <a:rPr lang="en" sz="1200"/>
              <a:t>: Developed by Google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Official Link : 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https://www.tensorflow.org/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325" y="1196575"/>
            <a:ext cx="8016024" cy="3730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/>
          <p:nvPr/>
        </p:nvSpPr>
        <p:spPr>
          <a:xfrm>
            <a:off x="5325775" y="443825"/>
            <a:ext cx="383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https://www.tensorflow.org/api_docs/python/tf/all_symbols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8"/>
              <a:t>Pytorch : </a:t>
            </a:r>
            <a:r>
              <a:rPr lang="en" sz="1288"/>
              <a:t>Developed by Facebook's AI Research lab</a:t>
            </a:r>
            <a:endParaRPr sz="1288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Official link: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https://pytorch.org/tutorials/beginner/basics/intro.html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62150"/>
            <a:ext cx="8271876" cy="31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38" y="443625"/>
            <a:ext cx="8259524" cy="410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