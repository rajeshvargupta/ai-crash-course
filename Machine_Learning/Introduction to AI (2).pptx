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lJ8AXPEQlUDpqqRUjEakEtVPw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9b105ab9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9b105ab9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a772a1b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a772a1b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9b105ab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9b105ab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9b105ab9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9b105ab9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1f7fcec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1f7fcec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63e9f470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63e9f470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https://youtu.be/Cx5aNwnZYDc?si=wkLTKRMiJ8rzqrs9" TargetMode="External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/>
              <a:t>Introduction to Artificial Intelligence </a:t>
            </a:r>
            <a:endParaRPr sz="44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Why , What, How, Where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120900" y="99850"/>
            <a:ext cx="85206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20"/>
              <a:t>Why :</a:t>
            </a:r>
            <a:endParaRPr sz="2320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597750"/>
            <a:ext cx="85206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Automate the task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Improve efficiency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Solve complex problem </a:t>
            </a:r>
            <a:endParaRPr sz="1200"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422" y="99850"/>
            <a:ext cx="6259580" cy="16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357700" y="1456950"/>
            <a:ext cx="199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Why AI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4" name="Google Shape;6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15800"/>
            <a:ext cx="9092201" cy="34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226050" y="70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What is AI: </a:t>
            </a:r>
            <a:r>
              <a:rPr lang="en" sz="1420"/>
              <a:t>"AI is the ability of a machine to mimic intelligent human behavior."</a:t>
            </a:r>
            <a:endParaRPr sz="1420"/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050" y="460400"/>
            <a:ext cx="8864425" cy="42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46950" y="4715750"/>
            <a:ext cx="894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Intelligence</a:t>
            </a:r>
            <a:r>
              <a:rPr lang="en" sz="1100">
                <a:solidFill>
                  <a:schemeClr val="dk1"/>
                </a:solidFill>
              </a:rPr>
              <a:t> is the </a:t>
            </a:r>
            <a:r>
              <a:rPr b="1" lang="en" sz="1100">
                <a:solidFill>
                  <a:schemeClr val="dk1"/>
                </a:solidFill>
              </a:rPr>
              <a:t>ability to acquire knowledge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understand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reason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solve problems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adapt to new situations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b="1" lang="en" sz="1100">
                <a:solidFill>
                  <a:schemeClr val="dk1"/>
                </a:solidFill>
              </a:rPr>
              <a:t>make decisions.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1" cy="4810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9b105ab97_0_53"/>
          <p:cNvSpPr txBox="1"/>
          <p:nvPr>
            <p:ph idx="1" type="body"/>
          </p:nvPr>
        </p:nvSpPr>
        <p:spPr>
          <a:xfrm>
            <a:off x="311700" y="228300"/>
            <a:ext cx="8520600" cy="43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1936 – Alan Turing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1943 – McCulloch &amp; Pitts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1950 – Turing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1956 – Dartmouth Conference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1959- ML - Arthur Samuel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1970-80- 1st winter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1980-1990- expert system, knowledge base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1986</a:t>
            </a:r>
            <a:r>
              <a:rPr lang="en" sz="1300">
                <a:solidFill>
                  <a:schemeClr val="dk1"/>
                </a:solidFill>
              </a:rPr>
              <a:t>: Backpropagation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1990-1997- 2nd winter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1997- deep blue defeats Garry Kasparov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2006</a:t>
            </a:r>
            <a:r>
              <a:rPr b="1" lang="en" sz="1400">
                <a:solidFill>
                  <a:schemeClr val="dk1"/>
                </a:solidFill>
              </a:rPr>
              <a:t> – </a:t>
            </a:r>
            <a:r>
              <a:rPr lang="en" sz="1400">
                <a:solidFill>
                  <a:schemeClr val="dk1"/>
                </a:solidFill>
              </a:rPr>
              <a:t>Deep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Learning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coined (Geoffrey Hinton)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2020- GPT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300" y="0"/>
            <a:ext cx="6666225" cy="50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5835450" y="4282875"/>
            <a:ext cx="1798800" cy="461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835450" y="3821175"/>
            <a:ext cx="1798800" cy="461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028175" y="3918850"/>
            <a:ext cx="15204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Ongoing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title"/>
          </p:nvPr>
        </p:nvSpPr>
        <p:spPr>
          <a:xfrm>
            <a:off x="868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How AI:</a:t>
            </a:r>
            <a:endParaRPr sz="2120"/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25" y="476350"/>
            <a:ext cx="7270225" cy="46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6413700" y="476350"/>
            <a:ext cx="27303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Where: AI Applications</a:t>
            </a:r>
            <a:endParaRPr sz="2120"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125" y="572700"/>
            <a:ext cx="6081725" cy="457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6263750" y="4936050"/>
            <a:ext cx="29016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129675" y="102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Ethical Considerations:</a:t>
            </a:r>
            <a:endParaRPr sz="1920"/>
          </a:p>
        </p:txBody>
      </p:sp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888" y="575550"/>
            <a:ext cx="8288224" cy="423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 txBox="1"/>
          <p:nvPr/>
        </p:nvSpPr>
        <p:spPr>
          <a:xfrm>
            <a:off x="315250" y="4023550"/>
            <a:ext cx="2513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National Strategy for AI</a:t>
            </a:r>
            <a:r>
              <a:rPr lang="en" sz="1100">
                <a:solidFill>
                  <a:schemeClr val="dk1"/>
                </a:solidFill>
              </a:rPr>
              <a:t> (released by NITI Aayog)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EU's General Data Protection Regulation (GDPR)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6454275" y="4111725"/>
            <a:ext cx="258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Ministry of Electronics and IT (MeitY)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OECD Principles on AI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ISO standards for AI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a772a1b88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 of AI</a:t>
            </a:r>
            <a:endParaRPr/>
          </a:p>
        </p:txBody>
      </p:sp>
      <p:sp>
        <p:nvSpPr>
          <p:cNvPr id="117" name="Google Shape;117;g36a772a1b88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Job Displacement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Lack of Human Emotions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Bias &amp; Discrimination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High Cost of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Privacy Concerns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Overdependence on 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Security Risks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9b105ab97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Life cycle </a:t>
            </a:r>
            <a:endParaRPr/>
          </a:p>
        </p:txBody>
      </p:sp>
      <p:sp>
        <p:nvSpPr>
          <p:cNvPr id="123" name="Google Shape;123;g369b105ab97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Preprocessing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Feature Engineering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Exploratory Data Analysis (EDA): univariate: histogram, bar chart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Bivariate: scatter plot: num-num, heat map, pair plot….categorical-box plot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Building (Training)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Deployment &amp;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9b105ab97_0_38"/>
          <p:cNvSpPr txBox="1"/>
          <p:nvPr>
            <p:ph idx="1" type="body"/>
          </p:nvPr>
        </p:nvSpPr>
        <p:spPr>
          <a:xfrm>
            <a:off x="311700" y="0"/>
            <a:ext cx="8520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Problem Definition: domain knowledge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Data Collection: Databases, APIs,Files,Web scraping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Data Preprocessing: </a:t>
            </a:r>
            <a:endParaRPr/>
          </a:p>
          <a:p>
            <a:pPr indent="-29083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Handling missing values</a:t>
            </a:r>
            <a:br>
              <a:rPr lang="en"/>
            </a:br>
            <a:endParaRPr/>
          </a:p>
          <a:p>
            <a:pPr indent="-29083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Removing duplicates</a:t>
            </a:r>
            <a:br>
              <a:rPr lang="en"/>
            </a:br>
            <a:endParaRPr/>
          </a:p>
          <a:p>
            <a:pPr indent="-29083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Type conversions</a:t>
            </a:r>
            <a:br>
              <a:rPr lang="en"/>
            </a:br>
            <a:endParaRPr/>
          </a:p>
          <a:p>
            <a:pPr indent="-29083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Encoding categorical variables</a:t>
            </a:r>
            <a:br>
              <a:rPr lang="en"/>
            </a:br>
            <a:endParaRPr/>
          </a:p>
          <a:p>
            <a:pPr indent="-29083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Normalization/Standardization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Feature Engineering 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Creating new features</a:t>
            </a:r>
            <a:br>
              <a:rPr lang="en"/>
            </a:b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Feature selection</a:t>
            </a:r>
            <a:br>
              <a:rPr lang="en"/>
            </a:b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Dimensionality reduction (PCA)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Exploratory Data Analysis (EDA) : 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Visualizations (histograms, boxplots, scatterplots)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Summary statistics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Correlation analysis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Model Building (Training)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Model Evaluation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Classification: Accuracy, Precision, Recall, F1-score, ROC-AUC</a:t>
            </a:r>
            <a:br>
              <a:rPr lang="en"/>
            </a:b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Regression: MSE, RMSE, R²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Model Deployment &amp; Monitoring: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REST API (Flask, FastAPI)</a:t>
            </a:r>
            <a:br>
              <a:rPr lang="en"/>
            </a:b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Streamlit dashboard</a:t>
            </a:r>
            <a:br>
              <a:rPr lang="en"/>
            </a:b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Cloud (AWS, GCP, Azure)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1f7fcec7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Career Opportunity</a:t>
            </a:r>
            <a:endParaRPr sz="2020"/>
          </a:p>
        </p:txBody>
      </p:sp>
      <p:sp>
        <p:nvSpPr>
          <p:cNvPr id="134" name="Google Shape;134;g301f7fcec7a_0_0"/>
          <p:cNvSpPr txBox="1"/>
          <p:nvPr>
            <p:ph idx="1" type="body"/>
          </p:nvPr>
        </p:nvSpPr>
        <p:spPr>
          <a:xfrm>
            <a:off x="311700" y="970625"/>
            <a:ext cx="8520600" cy="3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 Learning Engineer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Scientist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Researcher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Natural Language Processing (NLP) Engineer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 Learning Engineer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Computer Vision Engineer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 AI Engineer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Architect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Consultant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63e9f4708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763e9f4708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